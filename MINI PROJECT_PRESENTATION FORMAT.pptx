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Gill Sans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i7ZuvhkXg0PNgyeyOXTDMw5gBE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GillSans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GillSans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4"/>
          <p:cNvSpPr txBox="1"/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" type="subTitle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4"/>
          <p:cNvSpPr txBox="1"/>
          <p:nvPr>
            <p:ph idx="10" type="dt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5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" type="body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6"/>
          <p:cNvSpPr txBox="1"/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b="0" sz="3600" cap="none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16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7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8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8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" type="body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SzPts val="2024"/>
              <a:buNone/>
              <a:defRPr b="0" sz="22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51" name="Google Shape;51;p18"/>
          <p:cNvSpPr txBox="1"/>
          <p:nvPr>
            <p:ph idx="2" type="body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3" type="body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SzPts val="2024"/>
              <a:buNone/>
              <a:defRPr b="0" sz="22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53" name="Google Shape;53;p18"/>
          <p:cNvSpPr txBox="1"/>
          <p:nvPr>
            <p:ph idx="4" type="body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8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9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9"/>
          <p:cNvSpPr txBox="1"/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9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9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0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0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1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1"/>
          <p:cNvSpPr txBox="1"/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F276A"/>
              </a:buClr>
              <a:buSzPts val="2000"/>
              <a:buFont typeface="Gill Sans"/>
              <a:buNone/>
              <a:defRPr b="0" sz="2000">
                <a:solidFill>
                  <a:srgbClr val="9F276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5440" lvl="0" marL="457200" algn="l"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indent="-322072" lvl="2" marL="1371600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indent="-310388" lvl="3" marL="18288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indent="-310388" lvl="4" marL="22860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indent="-310388" lvl="5" marL="27432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indent="-310388" lvl="6" marL="32004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indent="-310388" lvl="7" marL="36576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indent="-310388" lvl="8" marL="4114800" algn="l"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1" name="Google Shape;71;p21"/>
          <p:cNvSpPr txBox="1"/>
          <p:nvPr>
            <p:ph idx="2" type="body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72" name="Google Shape;72;p21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2"/>
          <p:cNvSpPr txBox="1"/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b="0" sz="2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/>
          <p:nvPr>
            <p:ph idx="2" type="pic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22"/>
          <p:cNvSpPr txBox="1"/>
          <p:nvPr>
            <p:ph idx="1" type="body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79" name="Google Shape;79;p22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3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3"/>
          <p:cNvSpPr txBox="1"/>
          <p:nvPr>
            <p:ph idx="1" type="body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22072" lvl="1" marL="914400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indent="-310388" lvl="2" marL="13716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indent="-298703" lvl="3" marL="1828800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indent="-298704" lvl="4" marL="2286000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6" name="Google Shape;86;p23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3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3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4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4"/>
          <p:cNvSpPr txBox="1"/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4"/>
          <p:cNvSpPr txBox="1"/>
          <p:nvPr>
            <p:ph idx="1" type="body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93" name="Google Shape;93;p24"/>
          <p:cNvSpPr txBox="1"/>
          <p:nvPr>
            <p:ph idx="10" type="dt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11" type="ftr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4"/>
          <p:cNvSpPr txBox="1"/>
          <p:nvPr>
            <p:ph idx="12" type="sldNum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22072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0388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703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8704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8704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8704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8703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8703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" name="Google Shape;15;p13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3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3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 txBox="1"/>
          <p:nvPr>
            <p:ph type="ctrTitle"/>
          </p:nvPr>
        </p:nvSpPr>
        <p:spPr>
          <a:xfrm>
            <a:off x="599224" y="1580660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Gill Sans"/>
              <a:buNone/>
            </a:pPr>
            <a:r>
              <a:rPr b="1" lang="en-IN" sz="4000"/>
              <a:t>PAPER TITLE</a:t>
            </a:r>
            <a:br>
              <a:rPr b="1" lang="en-IN"/>
            </a:br>
            <a:br>
              <a:rPr b="1" lang="en-IN" sz="2800">
                <a:solidFill>
                  <a:srgbClr val="757575"/>
                </a:solidFill>
              </a:rPr>
            </a:br>
            <a:r>
              <a:rPr b="1" lang="en-IN" sz="2800">
                <a:solidFill>
                  <a:srgbClr val="390E26"/>
                </a:solidFill>
              </a:rPr>
              <a:t>[AUTHOR 1, AUTHOR 2, …, AUTHOR N]</a:t>
            </a:r>
            <a:endParaRPr b="1" sz="2800">
              <a:solidFill>
                <a:srgbClr val="390E26"/>
              </a:solidFill>
            </a:endParaRPr>
          </a:p>
        </p:txBody>
      </p:sp>
      <p:sp>
        <p:nvSpPr>
          <p:cNvPr id="102" name="Google Shape;102;p1"/>
          <p:cNvSpPr txBox="1"/>
          <p:nvPr>
            <p:ph idx="1" type="subTitle"/>
          </p:nvPr>
        </p:nvSpPr>
        <p:spPr>
          <a:xfrm>
            <a:off x="1025028" y="3998721"/>
            <a:ext cx="10058400" cy="8767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208"/>
              <a:buNone/>
            </a:pPr>
            <a:r>
              <a:rPr b="1" lang="en-IN" sz="2400">
                <a:solidFill>
                  <a:schemeClr val="lt2"/>
                </a:solidFill>
              </a:rPr>
              <a:t>PRESENTED BY – </a:t>
            </a:r>
            <a:r>
              <a:rPr b="1" lang="en-IN" sz="24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rPr>
              <a:t>PRESENTER NAME (AFFILIATION)</a:t>
            </a:r>
            <a:endParaRPr b="1" sz="2400">
              <a:solidFill>
                <a:schemeClr val="lt2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920"/>
              </a:spcBef>
              <a:spcAft>
                <a:spcPts val="0"/>
              </a:spcAft>
              <a:buSzPts val="1472"/>
              <a:buNone/>
            </a:pPr>
            <a:r>
              <a:t/>
            </a:r>
            <a:endParaRPr/>
          </a:p>
        </p:txBody>
      </p:sp>
      <p:sp>
        <p:nvSpPr>
          <p:cNvPr id="103" name="Google Shape;103;p1"/>
          <p:cNvSpPr txBox="1"/>
          <p:nvPr>
            <p:ph idx="11" type="ftr"/>
          </p:nvPr>
        </p:nvSpPr>
        <p:spPr>
          <a:xfrm>
            <a:off x="2119630" y="6422390"/>
            <a:ext cx="7952740" cy="340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100"/>
              <a:t>                </a:t>
            </a:r>
            <a:endParaRPr b="1" sz="1100"/>
          </a:p>
        </p:txBody>
      </p:sp>
      <p:sp>
        <p:nvSpPr>
          <p:cNvPr id="104" name="Google Shape;104;p1"/>
          <p:cNvSpPr txBox="1"/>
          <p:nvPr>
            <p:ph idx="10" type="dt"/>
          </p:nvPr>
        </p:nvSpPr>
        <p:spPr>
          <a:xfrm>
            <a:off x="4466026" y="5851496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lt1"/>
                </a:solidFill>
              </a:rPr>
              <a:t>19/01/2026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105" name="Google Shape;105;p1"/>
          <p:cNvSpPr txBox="1"/>
          <p:nvPr>
            <p:ph idx="12" type="sldNum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3777935" y="114100"/>
            <a:ext cx="87267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</a:t>
            </a:r>
            <a:r>
              <a:rPr b="0" i="0" lang="en-IN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</a:t>
            </a:r>
            <a:r>
              <a:rPr b="1" i="0" lang="en-IN" sz="19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MINI PROJECT - 2026</a:t>
            </a:r>
            <a:endParaRPr b="1" i="0" sz="19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07" name="Google Shape;10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29662" y="613938"/>
            <a:ext cx="4317526" cy="104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/>
          <p:nvPr>
            <p:ph type="title"/>
          </p:nvPr>
        </p:nvSpPr>
        <p:spPr>
          <a:xfrm>
            <a:off x="1433788" y="480358"/>
            <a:ext cx="9324423" cy="10121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1" lang="en-IN"/>
              <a:t>PRESENTATION OUTLINE</a:t>
            </a:r>
            <a:endParaRPr b="1"/>
          </a:p>
        </p:txBody>
      </p:sp>
      <p:sp>
        <p:nvSpPr>
          <p:cNvPr id="113" name="Google Shape;113;p2"/>
          <p:cNvSpPr txBox="1"/>
          <p:nvPr>
            <p:ph idx="1" type="body"/>
          </p:nvPr>
        </p:nvSpPr>
        <p:spPr>
          <a:xfrm>
            <a:off x="1365550" y="2066570"/>
            <a:ext cx="10018713" cy="482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00914" lvl="0" marL="306070" rtl="0" algn="l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/>
          </a:p>
        </p:txBody>
      </p:sp>
      <p:sp>
        <p:nvSpPr>
          <p:cNvPr id="114" name="Google Shape;114;p2"/>
          <p:cNvSpPr txBox="1"/>
          <p:nvPr>
            <p:ph idx="11" type="ftr"/>
          </p:nvPr>
        </p:nvSpPr>
        <p:spPr>
          <a:xfrm>
            <a:off x="2306472" y="6304459"/>
            <a:ext cx="84517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100"/>
              <a:t> </a:t>
            </a:r>
            <a:endParaRPr b="1" sz="1100"/>
          </a:p>
        </p:txBody>
      </p:sp>
      <p:sp>
        <p:nvSpPr>
          <p:cNvPr id="115" name="Google Shape;115;p2"/>
          <p:cNvSpPr txBox="1"/>
          <p:nvPr>
            <p:ph idx="12" type="sldNum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 txBox="1"/>
          <p:nvPr>
            <p:ph type="title"/>
          </p:nvPr>
        </p:nvSpPr>
        <p:spPr>
          <a:xfrm>
            <a:off x="1646261" y="564921"/>
            <a:ext cx="9094234" cy="84672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1" lang="en-IN"/>
              <a:t>INTRODUCTION</a:t>
            </a:r>
            <a:endParaRPr b="1"/>
          </a:p>
        </p:txBody>
      </p:sp>
      <p:sp>
        <p:nvSpPr>
          <p:cNvPr id="121" name="Google Shape;121;p3"/>
          <p:cNvSpPr txBox="1"/>
          <p:nvPr>
            <p:ph idx="1" type="body"/>
          </p:nvPr>
        </p:nvSpPr>
        <p:spPr>
          <a:xfrm>
            <a:off x="1375128" y="1992022"/>
            <a:ext cx="10018713" cy="5002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00914" lvl="0" marL="306070" rtl="0" algn="l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 txBox="1"/>
          <p:nvPr>
            <p:ph idx="12" type="sldNum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 txBox="1"/>
          <p:nvPr>
            <p:ph type="title"/>
          </p:nvPr>
        </p:nvSpPr>
        <p:spPr>
          <a:xfrm>
            <a:off x="1484311" y="799755"/>
            <a:ext cx="9323598" cy="7129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1" lang="en-IN"/>
              <a:t>LITERATURE REVIEW</a:t>
            </a:r>
            <a:endParaRPr b="1"/>
          </a:p>
        </p:txBody>
      </p:sp>
      <p:sp>
        <p:nvSpPr>
          <p:cNvPr id="128" name="Google Shape;128;p4"/>
          <p:cNvSpPr txBox="1"/>
          <p:nvPr>
            <p:ph idx="1" type="body"/>
          </p:nvPr>
        </p:nvSpPr>
        <p:spPr>
          <a:xfrm>
            <a:off x="1484311" y="2004134"/>
            <a:ext cx="10018713" cy="47653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00914" lvl="0" marL="306070" rtl="0" algn="l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 txBox="1"/>
          <p:nvPr>
            <p:ph idx="12" type="sldNum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/>
          <p:nvPr>
            <p:ph type="title"/>
          </p:nvPr>
        </p:nvSpPr>
        <p:spPr>
          <a:xfrm>
            <a:off x="1275978" y="797812"/>
            <a:ext cx="9282322" cy="8599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Gill Sans"/>
              <a:buNone/>
            </a:pPr>
            <a:r>
              <a:rPr b="1" lang="en-IN"/>
              <a:t>PROBLEM FORMULATION/ PROBLEM DESCRIPTION</a:t>
            </a:r>
            <a:endParaRPr b="1"/>
          </a:p>
        </p:txBody>
      </p:sp>
      <p:sp>
        <p:nvSpPr>
          <p:cNvPr id="135" name="Google Shape;135;p5"/>
          <p:cNvSpPr txBox="1"/>
          <p:nvPr>
            <p:ph idx="1" type="body"/>
          </p:nvPr>
        </p:nvSpPr>
        <p:spPr>
          <a:xfrm>
            <a:off x="1454839" y="2038671"/>
            <a:ext cx="10018713" cy="48193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00914" lvl="0" marL="306070" rtl="0" algn="l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 txBox="1"/>
          <p:nvPr>
            <p:ph idx="12" type="sldNum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 txBox="1"/>
          <p:nvPr>
            <p:ph type="title"/>
          </p:nvPr>
        </p:nvSpPr>
        <p:spPr>
          <a:xfrm>
            <a:off x="1375127" y="870842"/>
            <a:ext cx="9323600" cy="6591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1" lang="en-IN"/>
              <a:t>NOVELTY</a:t>
            </a:r>
            <a:endParaRPr b="1"/>
          </a:p>
        </p:txBody>
      </p:sp>
      <p:sp>
        <p:nvSpPr>
          <p:cNvPr id="142" name="Google Shape;142;p6"/>
          <p:cNvSpPr txBox="1"/>
          <p:nvPr>
            <p:ph idx="1" type="body"/>
          </p:nvPr>
        </p:nvSpPr>
        <p:spPr>
          <a:xfrm>
            <a:off x="1375127" y="1918646"/>
            <a:ext cx="10018713" cy="4759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00914" lvl="0" marL="306070" rtl="0" algn="l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 txBox="1"/>
          <p:nvPr>
            <p:ph idx="11" type="ftr"/>
          </p:nvPr>
        </p:nvSpPr>
        <p:spPr>
          <a:xfrm>
            <a:off x="3276374" y="6259341"/>
            <a:ext cx="8220856" cy="259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100"/>
              <a:t>  16TH STUDENT RESEARCH SYMPOSIUM ICDCIT-KIITDU</a:t>
            </a:r>
            <a:r>
              <a:rPr lang="en-IN" sz="1100"/>
              <a:t> </a:t>
            </a:r>
            <a:endParaRPr b="1" sz="1100"/>
          </a:p>
        </p:txBody>
      </p:sp>
      <p:sp>
        <p:nvSpPr>
          <p:cNvPr id="144" name="Google Shape;144;p6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 txBox="1"/>
          <p:nvPr>
            <p:ph idx="12" type="sldNum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 txBox="1"/>
          <p:nvPr>
            <p:ph type="title"/>
          </p:nvPr>
        </p:nvSpPr>
        <p:spPr>
          <a:xfrm>
            <a:off x="1486417" y="684913"/>
            <a:ext cx="9323598" cy="6895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1" lang="en-IN"/>
              <a:t>PROPOSED METHOD </a:t>
            </a:r>
            <a:endParaRPr b="1"/>
          </a:p>
        </p:txBody>
      </p:sp>
      <p:sp>
        <p:nvSpPr>
          <p:cNvPr id="151" name="Google Shape;151;p7"/>
          <p:cNvSpPr txBox="1"/>
          <p:nvPr>
            <p:ph idx="1" type="body"/>
          </p:nvPr>
        </p:nvSpPr>
        <p:spPr>
          <a:xfrm>
            <a:off x="1486417" y="1869405"/>
            <a:ext cx="10018713" cy="4791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00914" lvl="0" marL="306070" rtl="0" algn="ctr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 txBox="1"/>
          <p:nvPr>
            <p:ph idx="12" type="sldNum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/>
          <p:nvPr>
            <p:ph type="title"/>
          </p:nvPr>
        </p:nvSpPr>
        <p:spPr>
          <a:xfrm>
            <a:off x="1485136" y="762123"/>
            <a:ext cx="9323598" cy="9858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1" lang="en-IN"/>
              <a:t>DATASET DETAILS/ BENCHMARK/ SIMULATION PLATFORM</a:t>
            </a:r>
            <a:endParaRPr b="1"/>
          </a:p>
        </p:txBody>
      </p:sp>
      <p:sp>
        <p:nvSpPr>
          <p:cNvPr id="158" name="Google Shape;158;p8"/>
          <p:cNvSpPr txBox="1"/>
          <p:nvPr>
            <p:ph idx="1" type="body"/>
          </p:nvPr>
        </p:nvSpPr>
        <p:spPr>
          <a:xfrm>
            <a:off x="1716607" y="1901945"/>
            <a:ext cx="9788523" cy="4647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00914" lvl="0" marL="306070" rtl="0" algn="l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 txBox="1"/>
          <p:nvPr>
            <p:ph idx="12" type="sldNum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 txBox="1"/>
          <p:nvPr>
            <p:ph type="title"/>
          </p:nvPr>
        </p:nvSpPr>
        <p:spPr>
          <a:xfrm>
            <a:off x="1655761" y="616868"/>
            <a:ext cx="9323598" cy="6381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1" lang="en-IN"/>
              <a:t>EXPERIMENTAL RESULTS</a:t>
            </a:r>
            <a:endParaRPr b="1"/>
          </a:p>
        </p:txBody>
      </p:sp>
      <p:sp>
        <p:nvSpPr>
          <p:cNvPr id="165" name="Google Shape;165;p9"/>
          <p:cNvSpPr txBox="1"/>
          <p:nvPr>
            <p:ph idx="1" type="body"/>
          </p:nvPr>
        </p:nvSpPr>
        <p:spPr>
          <a:xfrm>
            <a:off x="1308203" y="1878276"/>
            <a:ext cx="10018713" cy="4433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00914" lvl="0" marL="306070" rtl="0" algn="l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/>
          </a:p>
        </p:txBody>
      </p:sp>
      <p:sp>
        <p:nvSpPr>
          <p:cNvPr id="166" name="Google Shape;166;p9"/>
          <p:cNvSpPr txBox="1"/>
          <p:nvPr>
            <p:ph idx="12" type="sldNum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"/>
          <p:cNvSpPr txBox="1"/>
          <p:nvPr>
            <p:ph type="title"/>
          </p:nvPr>
        </p:nvSpPr>
        <p:spPr>
          <a:xfrm>
            <a:off x="1628775" y="556760"/>
            <a:ext cx="9179959" cy="6406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1" lang="en-IN"/>
              <a:t>CONCLUSION</a:t>
            </a:r>
            <a:endParaRPr b="1"/>
          </a:p>
        </p:txBody>
      </p:sp>
      <p:sp>
        <p:nvSpPr>
          <p:cNvPr id="172" name="Google Shape;172;p10"/>
          <p:cNvSpPr txBox="1"/>
          <p:nvPr>
            <p:ph idx="1" type="body"/>
          </p:nvPr>
        </p:nvSpPr>
        <p:spPr>
          <a:xfrm>
            <a:off x="1261132" y="2041598"/>
            <a:ext cx="10360028" cy="4759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00914" lvl="0" marL="306070" rtl="0" algn="l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/>
          </a:p>
        </p:txBody>
      </p:sp>
      <p:sp>
        <p:nvSpPr>
          <p:cNvPr id="173" name="Google Shape;173;p10"/>
          <p:cNvSpPr txBox="1"/>
          <p:nvPr>
            <p:ph idx="12" type="sldNum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"/>
          <p:cNvSpPr txBox="1"/>
          <p:nvPr>
            <p:ph type="title"/>
          </p:nvPr>
        </p:nvSpPr>
        <p:spPr>
          <a:xfrm>
            <a:off x="1234702" y="899414"/>
            <a:ext cx="9323598" cy="5549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1" lang="en-IN"/>
              <a:t>BIBLIOGRAPHY</a:t>
            </a:r>
            <a:endParaRPr b="1"/>
          </a:p>
        </p:txBody>
      </p:sp>
      <p:sp>
        <p:nvSpPr>
          <p:cNvPr id="179" name="Google Shape;179;p11"/>
          <p:cNvSpPr txBox="1"/>
          <p:nvPr>
            <p:ph idx="1" type="body"/>
          </p:nvPr>
        </p:nvSpPr>
        <p:spPr>
          <a:xfrm>
            <a:off x="1306889" y="1842601"/>
            <a:ext cx="10018713" cy="4814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00914" lvl="0" marL="306070" rtl="0" algn="l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/>
          </a:p>
        </p:txBody>
      </p:sp>
      <p:sp>
        <p:nvSpPr>
          <p:cNvPr id="180" name="Google Shape;180;p11"/>
          <p:cNvSpPr txBox="1"/>
          <p:nvPr>
            <p:ph idx="12" type="sldNum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"/>
          <p:cNvSpPr txBox="1"/>
          <p:nvPr>
            <p:ph type="ctrTitle"/>
          </p:nvPr>
        </p:nvSpPr>
        <p:spPr>
          <a:xfrm>
            <a:off x="1700103" y="2090880"/>
            <a:ext cx="8574622" cy="9286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Gill Sans"/>
              <a:buNone/>
            </a:pPr>
            <a:br>
              <a:rPr b="1" lang="en-IN"/>
            </a:br>
            <a:r>
              <a:rPr b="1" lang="en-IN"/>
              <a:t>THANK YOU</a:t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186" name="Google Shape;186;p12"/>
          <p:cNvSpPr txBox="1"/>
          <p:nvPr>
            <p:ph idx="12" type="sldNum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87" name="Google Shape;187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1150" y="3484847"/>
            <a:ext cx="2689698" cy="2039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ividend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2025-11-16T19:10:00Z</dcterms:created>
  <dc:creator>indrajit.pan@hotmail.com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BF6D8DA6F1E14F19802B3297F4935782_12</vt:lpwstr>
  </property>
  <property fmtid="{D5CDD505-2E9C-101B-9397-08002B2CF9AE}" pid="3" name="KSOProductBuildVer">
    <vt:lpwstr>1033-12.2.0.23196</vt:lpwstr>
  </property>
</Properties>
</file>